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Bitter Medium"/>
      <p:regular r:id="rId15"/>
    </p:embeddedFont>
    <p:embeddedFont>
      <p:font typeface="Bitter Medium"/>
      <p:regular r:id="rId16"/>
    </p:embeddedFont>
    <p:embeddedFont>
      <p:font typeface="Bitter Medium"/>
      <p:regular r:id="rId17"/>
    </p:embeddedFont>
    <p:embeddedFont>
      <p:font typeface="Bitter Medium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41652"/>
            <a:ext cx="7556421" cy="142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🚀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InsurAI – AI-Powered Insurance Advisor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50699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 Insurance Decisions Backed by AI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2504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By: Hardik, Hemant and Harsh || GLA University Mathura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15453"/>
            <a:ext cx="7556421" cy="142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🌟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Introduction &amp; Problem Statement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4807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260" y="3523298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3558659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Insurance choices are complex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6" y="4403407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Many struggle identifying right policies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10200203" y="34807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5274" y="3523298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37319" y="3558659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Need for intelligent advisory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937319" y="4403407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Personalized, data-driven guidance required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280190" y="558284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5625346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17306" y="56607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Our Vision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017306" y="615112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Simplify decisions using AI-powered insights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27215"/>
            <a:ext cx="6069092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🎯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Objective of InsurAI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83775"/>
            <a:ext cx="3664863" cy="2569488"/>
          </a:xfrm>
          <a:prstGeom prst="roundRect">
            <a:avLst>
              <a:gd name="adj" fmla="val 370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8182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Primary Goal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308628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 users in choosing optimal insurance plans with AI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583775"/>
            <a:ext cx="3664863" cy="2569488"/>
          </a:xfrm>
          <a:prstGeom prst="roundRect">
            <a:avLst>
              <a:gd name="adj" fmla="val 370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8182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User Pain Points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308628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Confusing policies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919901" y="375082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 of personalized advice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919901" y="4555927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Time-consuming research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380077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8224" y="5614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Solution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28224" y="610493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Offer tailored, real-time recommendations and support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5972"/>
            <a:ext cx="5670590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🔥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Key Features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564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7579" y="2410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PDF Analysis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375898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87579" y="34709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Live Web Scraping</a:t>
            </a:r>
            <a:endParaRPr lang="en-US" sz="2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436150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87579" y="4531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Personalized Advice</a:t>
            </a:r>
            <a:endParaRPr lang="en-US" sz="2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496401"/>
            <a:ext cx="566976" cy="56697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87579" y="55914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 Chat Support</a:t>
            </a:r>
            <a:endParaRPr lang="en-US" sz="2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556653"/>
            <a:ext cx="566976" cy="56697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87579" y="6651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Memory Retention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76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3389233"/>
            <a:ext cx="5552361" cy="693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🛠️</a:t>
            </a:r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Tech Stack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7240" y="4416266"/>
            <a:ext cx="13075920" cy="3200162"/>
          </a:xfrm>
          <a:prstGeom prst="roundRect">
            <a:avLst>
              <a:gd name="adj" fmla="val 291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4860" y="4423886"/>
            <a:ext cx="13060680" cy="6369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06912" y="4564737"/>
            <a:ext cx="6082427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Language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41062" y="4564737"/>
            <a:ext cx="6082427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84860" y="5060871"/>
            <a:ext cx="13060680" cy="6369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06912" y="5201722"/>
            <a:ext cx="6082427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UI Framework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41062" y="5201722"/>
            <a:ext cx="6082427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84860" y="5697855"/>
            <a:ext cx="13060680" cy="6369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06912" y="5838706"/>
            <a:ext cx="6082427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Model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541062" y="5838706"/>
            <a:ext cx="6082427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Groq AI (Mixtral)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84860" y="6334839"/>
            <a:ext cx="13060680" cy="6369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06912" y="6475690"/>
            <a:ext cx="6082427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PDF Parsing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541062" y="6475690"/>
            <a:ext cx="6082427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PyMuPDF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84860" y="6971824"/>
            <a:ext cx="13060680" cy="6369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06912" y="7112675"/>
            <a:ext cx="6082427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 Scraping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541062" y="7112675"/>
            <a:ext cx="6082427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BeautifulSoup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4751"/>
            <a:ext cx="7534156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🔁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How It Works – Workflow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92131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1481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Enter Details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263854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provides personal info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28219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3509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Upload PDF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3999428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 insurance policy data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64308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48698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Web Scraping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536031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data collection from insurers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00396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54422" y="6230779"/>
            <a:ext cx="36053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 Recommendation + Chat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754422" y="672119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policy advice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19243"/>
            <a:ext cx="6654284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📈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Progress &amp; Challenges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02618"/>
            <a:ext cx="29447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Completed Milestones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83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PDF analysis implemented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59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 AI model integrated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81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Basic web scraping operational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802618"/>
            <a:ext cx="30221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Challenges &amp; Solutions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383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PyMuPDF parsing fixes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259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Adjusting Streamlit UI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2681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Addressed scraping limitations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7371"/>
            <a:ext cx="7214354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🔮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Next Steps &amp; 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97398"/>
            <a:ext cx="170021" cy="354330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03973" y="2997398"/>
            <a:ext cx="29428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Completed Final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133951" y="3578543"/>
            <a:ext cx="170021" cy="354330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4134" y="35785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Enhance UI/UX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474232" y="4159687"/>
            <a:ext cx="170021" cy="354330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84415" y="4159687"/>
            <a:ext cx="33432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Add More Insurers &amp; OCR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814513" y="4740831"/>
            <a:ext cx="170021" cy="354330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24695" y="47408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Fine-tune AI Models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474232" y="5321975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415" y="53219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84415" y="5812393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Committed to smarter insurance decisions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2025-05-02T07:30:00Z</dcterms:created>
  <dcterms:modified xsi:type="dcterms:W3CDTF">2025-05-02T07:30:00Z</dcterms:modified>
</cp:coreProperties>
</file>